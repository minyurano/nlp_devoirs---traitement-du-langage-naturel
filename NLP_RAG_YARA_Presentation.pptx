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Latence (secondes)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Ransomware
+AES</c:v>
                  </c:pt>
                  <c:pt idx="1">
                    <c:v>Keylogger
Keystrokes</c:v>
                  </c:pt>
                  <c:pt idx="2">
                    <c:v>Rootkit
SSdt</c:v>
                  </c:pt>
                  <c:pt idx="3">
                    <c:v>Backdoor
Port 4444</c:v>
                  </c:pt>
                  <c:pt idx="4">
                    <c:v>Cryptominer
Monero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35.7</c:v>
                </c:pt>
                <c:pt idx="1">
                  <c:v>21.6</c:v>
                </c:pt>
                <c:pt idx="2">
                  <c:v>11</c:v>
                </c:pt>
                <c:pt idx="3">
                  <c:v>12.6</c:v>
                </c:pt>
                <c:pt idx="4">
                  <c:v>17.2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 Rerank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Ransomware
+AES</c:v>
                  </c:pt>
                  <c:pt idx="1">
                    <c:v>Keylogger
Keystrokes</c:v>
                  </c:pt>
                  <c:pt idx="2">
                    <c:v>Rootkit
SSdt</c:v>
                  </c:pt>
                  <c:pt idx="3">
                    <c:v>Backdoor
Port 4444</c:v>
                  </c:pt>
                  <c:pt idx="4">
                    <c:v>Cryptominer
Monero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</c:v>
                </c:pt>
                <c:pt idx="1">
                  <c:v>12.6</c:v>
                </c:pt>
                <c:pt idx="2">
                  <c:v>52.6</c:v>
                </c:pt>
                <c:pt idx="3">
                  <c:v>12.7</c:v>
                </c:pt>
                <c:pt idx="4">
                  <c:v>13.4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Agentic RAG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Ransomware
+AES</c:v>
                  </c:pt>
                  <c:pt idx="1">
                    <c:v>Keylogger
Keystrokes</c:v>
                  </c:pt>
                  <c:pt idx="2">
                    <c:v>Rootkit
SSdt</c:v>
                  </c:pt>
                  <c:pt idx="3">
                    <c:v>Backdoor
Port 4444</c:v>
                  </c:pt>
                  <c:pt idx="4">
                    <c:v>Cryptominer
Monero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62.9</c:v>
                </c:pt>
                <c:pt idx="1">
                  <c:v>47.8</c:v>
                </c:pt>
                <c:pt idx="2">
                  <c:v>90.5</c:v>
                </c:pt>
                <c:pt idx="3">
                  <c:v>50.2</c:v>
                </c:pt>
                <c:pt idx="4">
                  <c:v>54.7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NLP &amp; CYBERSÉCURITÉ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IASD 2025–2026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PROJET DE FIN DE MODULE NLP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RAG YARA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Génération de Règles YARA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Intelligence Artificielle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RAG Hybride | Rerank | Agentic — LLM Mistral-7B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~30 000 règles YARA validées (yara-python)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4041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Master IASD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0" y="4041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Salma CHRIT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0" y="4041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Abdelmalek Essaâdi, Tanger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STRATÉGIQUE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Problématique Centrale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Le Paradoxe NLP-Cyber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domaine où la syntaxe YARA est stricte et les patterns malware évoluent rapidement 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"Comment combiner la recherche sémantique (RAG) et la génération LLM pour produire des règles YARA syntaxiquement valides et pertinentes 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25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 Les Trois Verrous Majeurs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Qualité Embedding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305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modèle orienté code/cybersécurité (BAAI/bge-base-en-v1.5) vs modèles génériques (MiniLM) qui ne comprennent pas les hex patterns YARA.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Fusion BM25+FAISS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1363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Équilibrer la recherche lexicale exacte (BM25) pour les strings YARA et la recherche sémantique dense (FAISS) pour capturer le sens général.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Correction LLM (Agentic)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41422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syntaxique : le LLM génère des règles invalides que l'agent itératif corrige par boucle de validation yara-python.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PRÉPARATION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Chargement &amp; Préparation du Dataset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801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30 924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YARA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2ECC71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2801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30 924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874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FILTRE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is_valid=True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39C12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801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234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9B59B6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2801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768d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874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670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Types de Malware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90672"/>
            <a:ext cx="292608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815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0815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392424"/>
            <a:ext cx="670106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832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33832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3,628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694176"/>
            <a:ext cx="602320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85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6850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3,261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95928"/>
            <a:ext cx="292571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867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0" y="398678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257477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885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hacktool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0" y="42885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599432"/>
            <a:ext cx="155890" cy="20116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5902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74720" y="45902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60604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2670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Texte pour Embedding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embed_text = rule_name + type + description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429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Donne 3x plus de signal au modèle d'embedding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BM25 capture les strings YARA exacts (hex, API)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FAISS capture le sens général de la requête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Exemple: "MachO malware Detect Mach-O file produced by pyinstaller"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D'EMBEDDING &amp; INDEXATION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d'Indexation Hybride BM25 + FAISS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BAAI/bge-base-en-v1.5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orienté code/cybersécurité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Dimension : 768 vecteurs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30 924 règles encodées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798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Index FAISS IndexFlatIP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91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Normalisation L2 avant ajout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84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Inner Product = Cosine Similarity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Batch size : 64 règles/batch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Index BM25 (Sparse)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673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BM25Okapi sur textes tokenisés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Hybride 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score_final = α × score_FAISS + (1-α) × score_BM25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0.6  →  favorise FAISS (sémantique)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retrieval hybride 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BINARYALERT_Ransomware_Windows_Zcrypt  →  0.8492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DecryptMyFiles  →  0.6000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GetCrypt  →  0.5833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LLM &amp; RE-RANKER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des Modèles LLM &amp; Re-Ranker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53312"/>
            <a:ext cx="914400" cy="274320"/>
          </a:xfrm>
          <a:prstGeom prst="roundRect">
            <a:avLst>
              <a:gd name="adj" fmla="val 23333"/>
            </a:avLst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2.7B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328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Léger, performant en code, bon pour YARA. Option initiale.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353312"/>
            <a:ext cx="914400" cy="274320"/>
          </a:xfrm>
          <a:prstGeom prst="roundRect">
            <a:avLst>
              <a:gd name="adj" fmla="val 233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TinyLlama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1.1B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5328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léger. Idéal pour démo rapide et prototypage.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353312"/>
            <a:ext cx="914400" cy="274320"/>
          </a:xfrm>
          <a:prstGeom prst="roundRect">
            <a:avLst>
              <a:gd name="adj" fmla="val 23333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Mistral-7B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 v0.1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7B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53288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qualité. Quantization 4-bit (nf4). GPU requis.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8595360" cy="1371600"/>
          </a:xfrm>
          <a:prstGeom prst="roundRect">
            <a:avLst>
              <a:gd name="adj" fmla="val 5333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566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Re-Ranker  :  cross-encoder/ms-marco-MiniLM-L-6-v2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Récupère 15 candidats hybrides → re-classe avec CrossEncoder (score de pertinence query-doc) → retient les 5 meilleurs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Architectures RAG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1828800" cy="1170432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Hybride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2984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527048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BM25 + FAISS → Fusion (α=0.6) → Top 5 → Build Context → LLM → Règle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938528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Rapide. Latence ~20s/query.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532888"/>
            <a:ext cx="859536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32888"/>
            <a:ext cx="1828800" cy="1170432"/>
          </a:xfrm>
          <a:prstGeom prst="roundRect">
            <a:avLst>
              <a:gd name="adj" fmla="val 625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32888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Rerank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59689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2825496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Hybride (k=15) → CrossEncoder Re-Rank → Top 5 → Build Context → LLM → Règle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236976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Plus précis. Latence ~21s/query.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831336"/>
            <a:ext cx="859536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831336"/>
            <a:ext cx="1828800" cy="1170432"/>
          </a:xfrm>
          <a:prstGeom prst="roundRect">
            <a:avLst>
              <a:gd name="adj" fmla="val 625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831336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389534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4123944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Rerank → LLM → yara.compile() Validation → [INVALID] Correction Loop (max 3 iter) → Règle valide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4535424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Highest quality. Latence ~61s/query. Boucle de correction automatique.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du Prompt &amp; Contexte YARA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07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build_context(docs, n=2)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Extrait uniquement strings + condition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(pas la règle entière → évite la copie)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envoyé au LLM 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1 [ransomware]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= "encrypt" ascii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 = "bitcoin" ascii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condition: $a and $b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3075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Prompt Mistral [INST]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709928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&lt;s&gt;[INST] Generate a YARA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detects: {query}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 (do not copy):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{rule_name}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 = "RAG-System"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 = "..."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$a = "..."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ONLY the rule. [/INST]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&amp; CORRECTION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Correction Automatique des Règles YARA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298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Préfixes numériques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002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 ^\d+\s*\{ → "rule Detect_Malware {"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04288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212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rule manquant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14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'rule ' si absent en début de réponse LLM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18688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127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 chiffres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429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{ → rule Rule_1 { (noms invalides YARA)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33088"/>
            <a:ext cx="411480" cy="4114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0416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mal formatées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343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{ → meta:  |  strings { → strings: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389888"/>
            <a:ext cx="411480" cy="41148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1298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Déduplication strings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16002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les strings dupliquées par valeur dans la règle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1488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304288"/>
            <a:ext cx="411480" cy="411480"/>
          </a:xfrm>
          <a:prstGeom prst="ellipse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212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nettoyée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2514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les refs à des strings non définies dans la condition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0632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218688"/>
            <a:ext cx="411480" cy="41148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3127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Accolades fermantes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3429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{ vs } et ajoute les } manquantes automatiquement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4572000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572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 — Accolades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D'ÉVALUATION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d'Évaluation des 3 Architectures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965960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53312"/>
            <a:ext cx="1417320" cy="3200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30%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Valide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yara.compile(rule)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1965960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353312"/>
            <a:ext cx="1417320" cy="32004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3533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30%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171907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1305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Cosine(rule_emb, docs_emb)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1965960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353312"/>
            <a:ext cx="1417320" cy="32004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3533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20%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171907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1305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meta? + strings? + condition?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234440"/>
            <a:ext cx="1965960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1353312"/>
            <a:ext cx="1417320" cy="32004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3533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20%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171907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1305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avec description&gt;30c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type≠'malware'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A3A5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Global = 0.30 × Syntaxe + 0.30 × Similarité + 0.20 × (1 - Hallucination) + 0.20 × Pertinence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3749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de Test (5)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 ransomware encrypting files with AES and requesting Bitcoin ransom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keylogger capturing keystrokes with GetAsyncKeyState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 rootkit hiding processes by hooking SSDT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Detect backdoor opening reverse shell on port 4444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Identify cryptominer using CPU resources to mine Monero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L'ÉVALUATION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Comparative des 3 Architectures RAG  •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219456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280160"/>
                <a:gridCol w="109728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SYNTAXE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VALIDE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SIMILARITÉ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HALLU-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CINATION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PERTINENCE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RETRIEVAL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LATENCE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GLOBAL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Agentic RAG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71.6 %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80.0 %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61.2 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0.575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RAG Rerank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71.5 %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6.0 %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80.0 %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21.5 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0.562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RAG Hybride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70.9 %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72.0 %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19.6 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0.557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61188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" y="37033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Agentic RAG Champion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4078224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Score Global (0.575). Boucle de correction (3 iter max) élimine les hallucinations.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361188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10128" y="37033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RAG Hybride — Speed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10128" y="4078224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3x plus faible que l'Agentic (~20s vs ~61s). Idéal pour production temps réel.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361188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36208" y="37033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Syntaxe — 0% valide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36208" y="4078224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génère des règles syntaxiquement incorrectes sur ce dataset. L'Agentic réduit mais ne résout pas totalement.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LATENCES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Latences par Architecture &amp; Requête  •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234440"/>
          <a:ext cx="8595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52628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526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Hybride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 latence  →  19.6s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452628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4526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Rerank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 latence  →  21.5s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452628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4526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 latence  →  61.2s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Gradio — Génération Interactive de Règles YARA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502920"/>
          </a:xfrm>
          <a:prstGeom prst="roundRect">
            <a:avLst>
              <a:gd name="adj" fmla="val 1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Système RAG — Génération de Règles YARA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928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malware 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Ransomware qui chiffre les fichiers avec AES et demande une rançon Bitcoin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1847088"/>
            <a:ext cx="3017520" cy="411480"/>
          </a:xfrm>
          <a:prstGeom prst="roundRect">
            <a:avLst>
              <a:gd name="adj" fmla="val 1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84708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RAG : RAG Hybride 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06440" y="2350008"/>
            <a:ext cx="3017520" cy="411480"/>
          </a:xfrm>
          <a:prstGeom prst="roundRect">
            <a:avLst>
              <a:gd name="adj" fmla="val 1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3500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: TinyLlama (1.1B) 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2852928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852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Générer la règle YARA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52928"/>
            <a:ext cx="5394960" cy="1554480"/>
          </a:xfrm>
          <a:prstGeom prst="roundRect">
            <a:avLst>
              <a:gd name="adj" fmla="val 411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880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Règle YARA générée (prête à copier)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5120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BINARYALERT_Ransomware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 = "RAG-System"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 = "Detects ransomware AES"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$a = "encrypt" ascii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$b = "bitcoin" ascii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 $a and $b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480560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4480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Description &amp; Explication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63240" y="4480560"/>
            <a:ext cx="2606040" cy="365760"/>
          </a:xfrm>
          <a:prstGeom prst="roundRect">
            <a:avLst>
              <a:gd name="adj" fmla="val 17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063240" y="4480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Références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STRATÉGIQUES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d'Amélioration &amp; Recommandations Techniques  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88920" cy="25603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258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YARA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Fine-tuner Mistral-7B ou CodeLlama sur le dataset de 30K règles YARA pour améliorer la validité syntaxique (actuellement 0%).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88920" cy="25603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3258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18470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k_candidates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k=15 à k=25 pour le Rerank afin d'améliorer la recall. Tester différentes valeurs de α (actuellement 0.6).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788920" cy="25603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3258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18470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+ Few-Shot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l'Agentic RAG avec du few-shot prompting (4-5 exemples valides par type) pour guider plus précisément le LLM.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005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Déploiement Production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25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l'Agentic RAG sur Hugging Face Spaces (Gradio) avec GPU A100. Monitorer les métriques de syntaxe et de similarité en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DE LA SOUTENANCE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IASD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PRÉSENTATION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Réponses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et votre écoute bienveillante.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374904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94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Master IASD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3794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IASD, Tanger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3794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RAG YARA — Génération de Règles YARA</dc:title>
  <dc:subject>PptxGenJS Presentation</dc:subject>
  <dc:creator>PptxGenJS</dc:creator>
  <cp:lastModifiedBy>PptxGenJS</cp:lastModifiedBy>
  <cp:revision>1</cp:revision>
  <dcterms:created xsi:type="dcterms:W3CDTF">2026-06-11T21:01:35Z</dcterms:created>
  <dcterms:modified xsi:type="dcterms:W3CDTF">2026-06-11T21:01:35Z</dcterms:modified>
</cp:coreProperties>
</file>